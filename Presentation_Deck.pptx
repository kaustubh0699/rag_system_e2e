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session-based Retrieval-Augmented Generation for “talk with your files” (PDF/PPTX).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577840" cy="4389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PDF/PPTX → parse + hierarchical chunking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 chunks (Ollama) and store in ChromaDB per user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 questions → hybrid retrieval (dense + BM25) → BGE rerank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Grounding + answer generation from retrieved chunks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UI (NDJSON) + API-first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5148072" cy="2148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78308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robust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46908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Config-driven (single config.yaml)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Model-scoped collections avoid embedding dimension mismatch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Offline-friendly: local Ollama + cached reranker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pipelines: ingest / retrieve / generate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3886200"/>
            <a:ext cx="5148072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406908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interfaces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4434840"/>
            <a:ext cx="4690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UI: email → upload → chat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APIs: /api/process, /api/chat, /api/chat/stream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Programmatic: ingest_document(), RetrieverAgent, GroundedRAGPipeline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653796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5653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RAG System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656539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flows share common config + embedding utilities: Ingestion (document → chunks → vectors) and Query (question → retrieve → grounded answer).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08792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(single source of truth: chunking • embeddings • retriever • generator • chromadb paths)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(Upload)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1800" y="246888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PPTX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246888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(hierarchical + cap)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46888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5603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chunks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(nomic-embed-text)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78440" y="2468880"/>
            <a:ext cx="117043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0" y="2560320"/>
            <a:ext cx="89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2788920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20640" y="2788920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80960" y="2788920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241280" y="278892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4008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(Chat)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2148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77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/api/chat/stream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71800" y="388620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(nomic-embed-text)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3886200"/>
            <a:ext cx="23774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(dense + BM25)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92440" y="3886200"/>
            <a:ext cx="21031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(BGE)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378440" y="3886200"/>
            <a:ext cx="1170432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3977640"/>
            <a:ext cx="89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chunks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88920" y="4206240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394960" y="42062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955280" y="42062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241280" y="420624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0080" y="4892040"/>
            <a:ext cx="5257800" cy="10058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98348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ResponseGenerator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Ground question with history  →  (2) Answer from chunks only (streamed)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126480" y="4892040"/>
            <a:ext cx="5422392" cy="100584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4983480"/>
            <a:ext cx="5148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llama3.2 (Ollama)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NDJSON stream → browser renders markdown + sources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378440" y="4526280"/>
            <a:ext cx="-425196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40080" y="6080760"/>
            <a:ext cx="10908792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61447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isolation: email (lowercased) → hash → sessions/&lt;hash&gt;/chroma_db (collection scoped by embedding model)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" y="653796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65653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RAG System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656539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(UI + APIs)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journeys expressed as deterministic backend flows (jobs for ingestion, streaming for chat).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Upload &amp; Ingest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Ask &amp; Stream Answer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577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/api/process (multipart file) → returns job_id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5577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job: parse → chunk (cap) → embed → store in session ChromaDB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5577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29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polls GET /api/process/&lt;job_id&gt;/status until completed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577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605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updated: file list + chunk counts; user can now open /chat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874520"/>
            <a:ext cx="514807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965960"/>
            <a:ext cx="4873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/api/chat/stream {question}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606040"/>
            <a:ext cx="514807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697480"/>
            <a:ext cx="4873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Retrieve: query embedding → hybrid (dense+BM25) → BGE rerank → threshold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148072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429000"/>
            <a:ext cx="4873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Generate: history-aware grounding → answer from retrieved chunks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069080"/>
            <a:ext cx="514807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160520"/>
            <a:ext cx="4873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NDJSON: {type:"chunk"}… then {type:"done", sources:[…]}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600200"/>
            <a:ext cx="0" cy="448056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120640"/>
            <a:ext cx="5577840" cy="1325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persistence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56692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ID = hash(lowercased email)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email reloads prior ChromaDB collections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Collection name derived from embedding model (avoids dim mismatch)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5120640"/>
            <a:ext cx="5148072" cy="13258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530352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notes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9400" y="5669280"/>
            <a:ext cx="46908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BGE reranker cached once per process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Ollama base_url uses 127.0.0.1 for offline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Prompts managed via metadata/prompts.yaml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653796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5653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RAG System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656539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Grounding Logic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intentionally separates “finding evidence” from “writing the answer” to reduce hallucinations.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5778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candidate generation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Dense: cosine similarity over Chroma vectors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Sparse: BM25 lexical match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Combine: score = w_dense·dense + w_sparse·sparse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Cross-encoder: BAAI/bge-reranker-base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score_threshold and select final_top_k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148072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373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ResponseGenerator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Ground the question (history-aware)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Rewrite/clarify question using chat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grounded query + constraints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Generate answer from chunks only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enforces: use retrieved context, cite chunk IDs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Streaming output (NDJSON) for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908792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6108192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knobs (config.yaml): dense_top_k • sparse_top_k • hybrid_top_k • final_top_k • dense_weight/sparse_weight • score_threshold • max_tokens • history_keep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653796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5653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RAG System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656539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Limits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stack via Ollama + cached HF reranker. Limits below reflect upstream model specs and common defaults.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0879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18745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0992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600200"/>
            <a:ext cx="29718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709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600200"/>
            <a:ext cx="141732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70992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/ Dim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600200"/>
            <a:ext cx="201168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7099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/ Max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1600200"/>
            <a:ext cx="11430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709928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0" y="1600200"/>
            <a:ext cx="1490472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0" y="1709928"/>
            <a:ext cx="1307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01168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12140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201168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121408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nomic-embed-text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2011680"/>
            <a:ext cx="1417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121408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(~137M params)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03720" y="201168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12140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default: 2K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supports longer ctx via num_ctx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15400" y="2011680"/>
            <a:ext cx="1143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2121408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0" y="2011680"/>
            <a:ext cx="14904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9840" y="2121408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weights: ~274MB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CPU-friendly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06324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17296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(ground + answer)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14600" y="306324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3172968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llama3.2 (3B default)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0" y="3063240"/>
            <a:ext cx="1417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3172968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params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03720" y="306324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17296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context window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15400" y="3063240"/>
            <a:ext cx="1143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0" y="3172968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(max_tokens / num_predict)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058400" y="3063240"/>
            <a:ext cx="14904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49840" y="3172968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weights: ~2.0GB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RAM/VRAM depends on quantization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411480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224528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14600" y="4114800"/>
            <a:ext cx="2971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4224528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HF: BAAI/bge-reranker-base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0" y="4114800"/>
            <a:ext cx="1417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224528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0.3B params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03720" y="4114800"/>
            <a:ext cx="2011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4224528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Max_length commonly used: 512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915400" y="4114800"/>
            <a:ext cx="1143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06840" y="4224528"/>
            <a:ext cx="960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058400" y="4114800"/>
            <a:ext cx="149047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49840" y="4224528"/>
            <a:ext cx="13075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on disk; runtime depends on device (CPU/GPU)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6080760"/>
            <a:ext cx="10908792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61447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sizing: ingest pipeline caps chunks to embedding model context; collection names are model-scoped to prevent dimension mismatch when switching models.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40080" y="653796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65653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RAG System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15200" y="656539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Strategy: Docker on On‑Prem VM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production-ready, multi-user capable deployment with persistent session storage and predictable scaling knobs.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1600200"/>
            <a:ext cx="23317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6916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(Nginx/Caddy)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0" y="1417320"/>
            <a:ext cx="2468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508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(Docker)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Gunicorn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58200" y="1417320"/>
            <a:ext cx="309067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508760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(Docker)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jobs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2423160"/>
            <a:ext cx="246888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514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(persistent volume)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58200" y="2423160"/>
            <a:ext cx="3090672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514600"/>
            <a:ext cx="28163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VM, local)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1892808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1892808"/>
            <a:ext cx="274320" cy="-6400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83880" y="182880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219456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66960" y="219456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3429000"/>
            <a:ext cx="5577840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+ Docker baseline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977640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Linux VM (on‑prem) with Docker + docker-compose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Separate containers: web (API/UI) + worker (ingest)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volumes: uploads/, sessions/, chroma_db/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Reverse proxy terminates TLS + supports streaming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Systemd for auto-restart; log rotation + metrics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429000"/>
            <a:ext cx="5148072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611880"/>
            <a:ext cx="469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multiple users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3977640"/>
            <a:ext cx="46908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Stateless web tier: run N replicas behind proxy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 job state + chat history to Redis/Postgres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 shared volume or central vector 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queue (RQ/Celery) for ingest backpressure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limit per session; per-user quotas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989320"/>
            <a:ext cx="10908792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6108192"/>
            <a:ext cx="10469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basics: restrict Ollama to localhost, store secrets via env/secret store, validate uploads (type/size), isolate sessions, and back up Chroma volumes.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6537960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5653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RAG System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6565392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Kaustubh Goyal</dc:creator>
  <cp:lastModifiedBy>Kaustubh Goyal</cp:lastModifiedBy>
  <cp:revision>1</cp:revision>
  <dcterms:created xsi:type="dcterms:W3CDTF">2026-02-15T09:00:50Z</dcterms:created>
  <dcterms:modified xsi:type="dcterms:W3CDTF">2026-02-15T09:00:50Z</dcterms:modified>
</cp:coreProperties>
</file>